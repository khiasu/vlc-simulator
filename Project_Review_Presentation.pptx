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3466"/>
                </a:solidFill>
              </a:defRPr>
            </a:pPr>
            <a:r>
              <a:t>Channel-Aware Adaptive Reed–Solomon Error Control</a:t>
            </a:r>
            <a:br/>
            <a:r>
              <a:t>for a CSK-Based Visible Light Communication System</a:t>
            </a:r>
          </a:p>
          <a:p>
            <a:br/>
            <a:pPr>
              <a:defRPr sz="2000">
                <a:solidFill>
                  <a:srgbClr val="505050"/>
                </a:solidFill>
              </a:defRPr>
            </a:pPr>
            <a:r>
              <a:t>Minor Project Review Presentation | Visible Light Communication (VLC) Simulator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1. Aim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Develop an end-to-end Visible Light Communication (VLC) software simulator.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Implement IEEE 802.15.7 4-Color Shift Keying (4-CSK) modulation over an indoor optical channel.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Design and evaluate an explainable, Rule-Based Channel-Aware Adaptive Reed–Solomon Controller.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Maximize system Goodput while enforcing a strict reliability constraint: Frame Error Rate (FER) &lt;= 10^-2.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Modular Communication Pipeline: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Application bitstream generation and 12-byte framed encapsulation (8-byte header + CRC32).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Dynamic Reed-Solomon Codec over GF(2^8) supporting multiple (N, K) redundancy profiles.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Physical Optical Modeling: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Implement 4-CSK modulation with constant total optical power (R + G + B = 1.0) to prevent visible flicker.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Model indoor impairments: AWGN noise, LED dimming scaling (0.1 to 1.0), and 3x3 RGB optical crosstalk.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Adaptive Error Control: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Receiver EVM-to-SNR estimation and historical sliding-window link health tracking.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Multi-indicator controller featuring 0.5 dB hysteresis margin and fast emergency escalation.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3. Motivation &amp;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Radio Frequency (RF) Spectrum Congestion: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Wi-Fi and cellular bands face severe bandwidth limitations and RF interference.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Advantages of Optical Wireless Communication (OWC / VLC):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Terahertz unlicensed optical spectrum with zero electromagnetic interference (safe in hospitals &amp; aircraft).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Inherent physical security (light does not penetrate opaque walls).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The Adaptive Coding Imperative: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Indoor optical links fluctuate heavily due to user mobility, ambient sunlight, and user-adjusted dimming.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Static error correction is inefficient: strong codes waste throughput in clean channels, while weak codes drop packets when shadowed.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4. Literature Survey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Survey of Existing Work: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IEEE 802.15.7 defines CSK modulation standards, but most studies analyze static physical links in isolation.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Existing network simulators (NS-3) lack detailed cross-layer optical PHY/MAC modeling for adaptive Reed-Solomon.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Identified Gap &amp; Problem Statement: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How to dynamically adapt Forward Error Correction (FEC) redundancy in real-time over a fluctuating 4-CSK optical link to maximize Goodput without exceeding target Frame Error Rate (FER &lt;= 1%)?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5. End-to-End System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Layered Communication Workflow: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Application Layer: Pseudo-random payload data generation.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Data Link Layer: Header packing (Frame ID, Length, Profile ID) + CRC32 error detection.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FEC Layer: Reed-Solomon encoder over GF(2^8) with chunking.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Physical Layer: 4-CSK constellation mapping (Red, Green, Blue, White).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Optical Channel: AWGN noise injection, dimming factor scaling, and RGB crosstalk matrix.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Receiver Demapper: Maximum Likelihood (ML) minimum Euclidean distance demapping.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Feedback Engine: Receiver EVM calculation, SNR estimation, and adaptive profile feedback.</a:t>
            </a:r>
          </a:p>
        </p:txBody>
      </p:sp>
      <p:pic>
        <p:nvPicPr>
          <p:cNvPr id="4" name="Picture 3" descr="fig1_csk_constellation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4400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6. 4-CSK Modulation &amp; Optical Channel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IEEE 802.15.7 4-CSK Chromaticity Mapping: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'00' -&gt; [1.0, 0.0, 0.0] (Red)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'01' -&gt; [0.0, 1.0, 0.0] (Green)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'10' -&gt; [0.0, 0.0, 1.0] (Blue)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'11' -&gt; [0.333, 0.333, 0.333] (Neutral White)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Optical Channel Mathematical Impairments: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I_rx = alpha * (M_crosstalk * I_tx) + n_AWGN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Constant optical power constraint: sum(I) = 1.0 avoids human eye flicker.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Receiver AGC normalizes amplitude prior to ML Euclidean distance demapping.</a:t>
            </a:r>
          </a:p>
        </p:txBody>
      </p:sp>
      <p:pic>
        <p:nvPicPr>
          <p:cNvPr id="4" name="Picture 3" descr="fig1_csk_constellation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4400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7. Data-Driven Adaptive Control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Receiver Channel Quality Estimator: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Error Vector Magnitude (EVM) calculated from received symbols.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Estimated SNR: SNR_est = -20 * log10(EVM).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Multi-Indicator Decision Engine: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Offline Crossover Calibration: Swept 5 to 25 dB SNR to find optimal RS switching points.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- 0.5 dB Hysteresis Margin: Prevents rapid ping-pong oscillations under channel jitter.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Fast Emergency Escalation: Immediate fallback to RS(255, 223) if 2 consecutive CRC failures or FER &gt; 10% occurs.</a:t>
            </a:r>
          </a:p>
        </p:txBody>
      </p:sp>
      <p:pic>
        <p:nvPicPr>
          <p:cNvPr id="4" name="Picture 3" descr="fig3_goodput_vs_snr_cross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3241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8. Experimental Results: BER &amp; Crossover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Observed Simulation Results: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Raw channel BER decreases monotonically from 10^-1 to 10^-4 as SNR increases from 6 to 24 dB.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Reed-Solomon decoding successfully eliminates byte errors within its correction capacity t = (N - K)/2.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Goodput Crossover Points: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    * SNR &lt; 16.0 dB: RS(255, 223) ensures link survival.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    * 16.0 &lt;= SNR &lt; 17.5 dB: RS(255, 239) optimal.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    * 17.5 &lt;= SNR &lt; 20.5 dB: RS(255, 251) optimal.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    * SNR &gt;= 20.5 dB: UNCODED maximizes Goodput up to 1500+ kbps.</a:t>
            </a:r>
          </a:p>
        </p:txBody>
      </p:sp>
      <p:pic>
        <p:nvPicPr>
          <p:cNvPr id="4" name="Picture 3" descr="fig2_ber_v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32541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9. Multi-Seed Benchmark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Multi-Seed Dynamic Channel Benchmark (5 seeds, 150 frames/trial):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Dynamic random walk channel fluctuating between 5 dB and 22 dB.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Synthetic sensor estimation noise (sigma = 1.0 dB) injected.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Key Statistical Results: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Adaptive RS achieves high Goodput (915 kbps) while keeping FER strictly controlled.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Static Uncoded baseline collapses (FER = 75%, Goodput drops to 467 kbps) during fading dips.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High link stability (&gt;85% frames without unnecessary profile switches) validates hysteresis effectiveness.</a:t>
            </a:r>
          </a:p>
        </p:txBody>
      </p:sp>
      <p:pic>
        <p:nvPicPr>
          <p:cNvPr id="4" name="Picture 3" descr="fig5_statistica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10. Sensitivity to Dimming &amp; Optical Crosstalk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LED Dimming Impact: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Lowering dimming level reduces optical signal-to-noise ratio at the photodiode.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Uncoded transmission drops packets below 50% dimming, while RS protection maintains error-free goodput.</a:t>
            </a:r>
          </a:p>
          <a:p>
            <a:pPr>
              <a:defRPr sz="1700">
                <a:solidFill>
                  <a:srgbClr val="323232"/>
                </a:solidFill>
              </a:defRPr>
            </a:pPr>
            <a:r>
              <a:t>RGB Optical Crosstalk Sensitivity: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As inter-channel crosstalk increases from 0% to 25%, adjacent sensor overlap increases BER linearly.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RS codes absorb crosstalk degradation without requiring physical optical filter redesigns.</a:t>
            </a:r>
          </a:p>
        </p:txBody>
      </p:sp>
      <p:pic>
        <p:nvPicPr>
          <p:cNvPr id="4" name="Picture 3" descr="fig6_dimming_crosstalk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11. Interactive Research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Modern Streamlit Web Dashboard (dashboard.py):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Live Simulation Mode: Real-time dynamic channel sliders, moving graphs, 3D constellation scatter, and decision console.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Multi-Baseline Benchmark Mode: Displays statistical summaries with 95% Confidence Intervals.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Log-Driven Replay Mode: Frame scrubbing inspector allowing exact re-simulation and payload byte extraction.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Strict Provenance Tracking: JSON experiment metadata tracking random seeds and system parameters.</a:t>
            </a:r>
          </a:p>
        </p:txBody>
      </p:sp>
      <p:pic>
        <p:nvPicPr>
          <p:cNvPr id="4" name="Picture 3" descr="fig4_dynamic_trackin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42748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12. Conclusion &amp; Summary of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232"/>
                </a:solidFill>
              </a:defRPr>
            </a:pPr>
            <a:r>
              <a:t>Summary of Minor Project Accomplishments: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Fully functional end-to-end IEEE 802.15.7 4-CSK VLC software simulator.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Explainable, deterministic Rule-Based Adaptive Controller with hysteresis and escalation.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- 100% Pytest test suite coverage across all physical and data link modules (17/17 passing).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Publication-quality high-resolution figures and multi-seed statistical benchmarks.</a:t>
            </a:r>
          </a:p>
          <a:p>
            <a:pPr lvl="1">
              <a:defRPr sz="1500">
                <a:solidFill>
                  <a:srgbClr val="323232"/>
                </a:solidFill>
              </a:defRPr>
            </a:pPr>
            <a:r>
              <a:t>  - Interactive Streamlit workbench for live experimentation and replay.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